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embeddedFontLst>
    <p:embeddedFont>
      <p:font typeface="Roboto" panose="02000000000000000000" pitchFamily="2" charset="0"/>
      <p:regular r:id="rId19"/>
    </p:embeddedFont>
    <p:embeddedFont>
      <p:font typeface="Roboto Slab" panose="020F0502020204030204" pitchFamily="2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0705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cribehow.com/embed-preview/Managing_Projects_and_Team_Tasks_in_the_Dashboard__AN8lZ-TmRpOOQ6DRlaVbhQ?as=slides&amp;size=flexible" TargetMode="Externa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80416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Taskflow Live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45975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Projektfortschrittsbericht — Installation, Protokolle, Meilensteine &amp; App-Übersicht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072854"/>
            <a:ext cx="657746" cy="266402"/>
          </a:xfrm>
          <a:prstGeom prst="roundRect">
            <a:avLst>
              <a:gd name="adj" fmla="val 6386"/>
            </a:avLst>
          </a:prstGeom>
          <a:solidFill>
            <a:srgbClr val="D7DF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4010174" y="3115345"/>
            <a:ext cx="94483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 2026</a:t>
            </a:r>
            <a:endParaRPr lang="en-US" sz="85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82E5C8D-53EB-7D51-0D67-8935C777FB0E}"/>
              </a:ext>
            </a:extLst>
          </p:cNvPr>
          <p:cNvSpPr/>
          <p:nvPr/>
        </p:nvSpPr>
        <p:spPr>
          <a:xfrm>
            <a:off x="7974874" y="4813663"/>
            <a:ext cx="1116875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35459"/>
            <a:ext cx="3336801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Installation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66" y="882551"/>
            <a:ext cx="7947794" cy="3486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006707" y="3252717"/>
            <a:ext cx="1201190" cy="430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 VS Code öffnen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006707" y="3744043"/>
            <a:ext cx="1201190" cy="311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Frontend und Backend laden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822603" y="3311863"/>
            <a:ext cx="1201190" cy="215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Link öffnen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22603" y="3588114"/>
            <a:ext cx="1201190" cy="467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 Browser die Terminal-Adresse öffnen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40817" y="1195890"/>
            <a:ext cx="1201190" cy="215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Repo klonen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40817" y="1472141"/>
            <a:ext cx="1201190" cy="311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GitHub-Repository herunterladen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941419" y="1195890"/>
            <a:ext cx="1201191" cy="215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Starten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941419" y="1472141"/>
            <a:ext cx="1201191" cy="311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NPM-Skripte: „start“ und „dev“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8066" y="4474071"/>
            <a:ext cx="7947794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 Projekt wird über GitHub geklont. Frontend und Backend werden in Visual Studio Code geöffnet und über die NPM-Skripte </a:t>
            </a:r>
            <a:r>
              <a:rPr lang="en-US" sz="9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„start"</a:t>
            </a: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und </a:t>
            </a:r>
            <a:r>
              <a:rPr lang="en-US" sz="9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„dev"</a:t>
            </a: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gestartet. Die im Terminal angezeigte Link-Adresse wird im Browser geöffnet.</a:t>
            </a:r>
            <a:endParaRPr lang="en-US" sz="900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DF17CB2-FDE1-689B-CB27-1E85FAE95F7E}"/>
              </a:ext>
            </a:extLst>
          </p:cNvPr>
          <p:cNvSpPr/>
          <p:nvPr/>
        </p:nvSpPr>
        <p:spPr>
          <a:xfrm>
            <a:off x="7974874" y="4813663"/>
            <a:ext cx="1116875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24247"/>
            <a:ext cx="469917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Protokoll 1 — 21. Mai 2026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179835"/>
            <a:ext cx="2290465" cy="2215828"/>
          </a:xfrm>
          <a:prstGeom prst="roundRect">
            <a:avLst>
              <a:gd name="adj" fmla="val 960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4085927" y="1340644"/>
            <a:ext cx="17976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Was wurde gemacht?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85927" y="1647155"/>
            <a:ext cx="1968847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Login- &amp; Register-Page entwickelt. Backend-Endpunkte erstellt, Frontend-Design gemäß Mockups umgesetzt. Style, Error Handling &amp; Bug Fixes mit </a:t>
            </a: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Gemini CLI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entwickelt.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179835"/>
            <a:ext cx="2290539" cy="2215828"/>
          </a:xfrm>
          <a:prstGeom prst="roundRect">
            <a:avLst>
              <a:gd name="adj" fmla="val 960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6518151" y="134064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Zeitplan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18151" y="1647155"/>
            <a:ext cx="19689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 20.5.2026: </a:t>
            </a:r>
            <a:r>
              <a:rPr lang="en-US" sz="110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 Zeitplan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Alle Aufgaben bis zum 21.5.2026 wurden erfüllt.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537421"/>
            <a:ext cx="4722763" cy="1081757"/>
          </a:xfrm>
          <a:prstGeom prst="roundRect">
            <a:avLst>
              <a:gd name="adj" fmla="val 196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4085927" y="369823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Nächste Schritte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85927" y="4004742"/>
            <a:ext cx="44011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mit Dummy-Daten, Profile/Settings Page, Team-Verwaltung sowie i18n-Sprachübersetzung.</a:t>
            </a:r>
            <a:endParaRPr lang="en-US" sz="1100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31AC3EBE-1071-5FDD-840C-8BB1D47F518C}"/>
              </a:ext>
            </a:extLst>
          </p:cNvPr>
          <p:cNvSpPr/>
          <p:nvPr/>
        </p:nvSpPr>
        <p:spPr>
          <a:xfrm>
            <a:off x="7974874" y="4813663"/>
            <a:ext cx="1116875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54534"/>
            <a:ext cx="479799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Protokoll 2 — 27. Mai 2026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5188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Dashboard 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715095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Nächste 3 Tasks als Liste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Task-Priorität als Tortendiagramm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Task Overview Statistik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Tasks Progress als Liniendiagramm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91279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Settings View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3276005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User-Infos anzeigen, bearbeiten &amp; löschen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64457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Sprachumschaltung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4007793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EN/DE-Button in Taskbar — Sprache wird gespeichert &amp; beim nächsten Login geladen.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49701" y="135188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Backend &amp; KI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49701" y="1715095"/>
            <a:ext cx="3902943" cy="1261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Endpoints für Diagramme, Statistiken &amp; User Settings erstellt. DB Seeder erweitert für mehr Tasks.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KI: </a:t>
            </a: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Gemini CLI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direkter Filesystem-Zugriff erleichtert die Arbeit. Bug Fixes &amp; Design-Updates über gezielte Prompts umgesetzt.</a:t>
            </a:r>
            <a:endParaRPr lang="en-US" sz="1100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6E06AF6-8AE6-F890-890E-E5772C097353}"/>
              </a:ext>
            </a:extLst>
          </p:cNvPr>
          <p:cNvSpPr/>
          <p:nvPr/>
        </p:nvSpPr>
        <p:spPr>
          <a:xfrm>
            <a:off x="7974874" y="4813663"/>
            <a:ext cx="1116875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80343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Zeitplan-Status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806848"/>
            <a:ext cx="8151763" cy="1870025"/>
          </a:xfrm>
          <a:prstGeom prst="roundRect">
            <a:avLst>
              <a:gd name="adj" fmla="val 113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496119" y="1806848"/>
            <a:ext cx="2717229" cy="1048420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637877" y="1948607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✅</a:t>
            </a: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Woche 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7877" y="2259881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Foundation &amp; Auth — ohne Probleme umgesetzt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13348" y="1806848"/>
            <a:ext cx="2717229" cy="1048420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3213348" y="1806848"/>
            <a:ext cx="19050" cy="1048420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355107" y="1948607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⚠️</a:t>
            </a: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Woche 2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355107" y="2259881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Team-Verwaltung übersehen → in Woche 3 verschoben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30578" y="1806848"/>
            <a:ext cx="2717229" cy="1048420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5930578" y="1806848"/>
            <a:ext cx="19050" cy="1048420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072336" y="1948607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⚠️</a:t>
            </a: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Woche 3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72336" y="2259881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 &amp; Drop auf Woche 5 verschoben; wird durch Buttons ersetzt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2855268"/>
            <a:ext cx="4075807" cy="821606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496119" y="2855268"/>
            <a:ext cx="4075807" cy="19050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637877" y="2997026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✅</a:t>
            </a: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Woche 4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7877" y="3308300"/>
            <a:ext cx="379228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Ohne Probleme umgesetzt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1926" y="2855268"/>
            <a:ext cx="4075881" cy="821606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4571926" y="2855268"/>
            <a:ext cx="19050" cy="821606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4571926" y="2855268"/>
            <a:ext cx="4075881" cy="19050"/>
          </a:xfrm>
          <a:prstGeom prst="roundRect">
            <a:avLst>
              <a:gd name="adj" fmla="val 111628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713684" y="2997026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❌</a:t>
            </a: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Woche 5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713684" y="3308300"/>
            <a:ext cx="379236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Fehlplanung — nur 4 Wochen verfügbar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6119" y="383634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EB63001C-0DFA-114B-9F84-52BE299619BA}"/>
              </a:ext>
            </a:extLst>
          </p:cNvPr>
          <p:cNvSpPr/>
          <p:nvPr/>
        </p:nvSpPr>
        <p:spPr>
          <a:xfrm>
            <a:off x="7974874" y="4813663"/>
            <a:ext cx="1116875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4162" y="415305"/>
            <a:ext cx="3813274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Fehlende Funktionen</a:t>
            </a:r>
            <a:endParaRPr lang="en-US" sz="2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9875" y="1017463"/>
            <a:ext cx="4798963" cy="7827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84216" y="1164654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Avatar-Update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4084216" y="1447056"/>
            <a:ext cx="44474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Avatar im linken unteren Bereich der Webseite wird nicht aktualisiert.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79875" y="1924794"/>
            <a:ext cx="4798963" cy="9887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084216" y="2071985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Filter, Sort &amp; Suche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4084216" y="2354387"/>
            <a:ext cx="444743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Buttons/Bars für Filter, Sortieren und Suche fehlen im Project- und Task-View.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9875" y="3038103"/>
            <a:ext cx="4798963" cy="7827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084216" y="3185294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Drag &amp; Drop 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4084216" y="3467695"/>
            <a:ext cx="44474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 &amp; Drop-Funktionalität bei Tasks fehlt — wird durch Buttons ersetzt.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9875" y="3945434"/>
            <a:ext cx="4798963" cy="78276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084216" y="4092625"/>
            <a:ext cx="171323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 View Progress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4084216" y="4375026"/>
            <a:ext cx="44474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Der Fortschrittsbalken im Project View ist statisch.</a:t>
            </a:r>
            <a:endParaRPr lang="en-US" sz="1000" dirty="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2A52A492-EB3A-6298-7E02-50B375A4AAE5}"/>
              </a:ext>
            </a:extLst>
          </p:cNvPr>
          <p:cNvSpPr/>
          <p:nvPr/>
        </p:nvSpPr>
        <p:spPr>
          <a:xfrm>
            <a:off x="7974874" y="4813663"/>
            <a:ext cx="1116875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7488"/>
            <a:ext cx="514856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Bedienung der App — Scribe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219700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024339" y="2577926"/>
            <a:ext cx="2628230" cy="1006376"/>
          </a:xfrm>
          <a:prstGeom prst="roundRect">
            <a:avLst>
              <a:gd name="adj" fmla="val 2113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6098" y="2792983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85037" y="2740893"/>
            <a:ext cx="20257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📎 </a:t>
            </a:r>
            <a:r>
              <a:rPr lang="en-US" sz="11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Link zur Anleitung: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u="sng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Managing Projects and Team Tasks in the Dashboard</a:t>
            </a:r>
            <a:endParaRPr lang="en-US" sz="1100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FCA316C-6845-2B18-7A65-D267515FEF22}"/>
              </a:ext>
            </a:extLst>
          </p:cNvPr>
          <p:cNvSpPr/>
          <p:nvPr/>
        </p:nvSpPr>
        <p:spPr>
          <a:xfrm>
            <a:off x="7974874" y="4813663"/>
            <a:ext cx="1116875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09505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Screenshots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82155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3AA9A64-524F-1076-E88A-19F60BBD7692}"/>
              </a:ext>
            </a:extLst>
          </p:cNvPr>
          <p:cNvSpPr/>
          <p:nvPr/>
        </p:nvSpPr>
        <p:spPr>
          <a:xfrm>
            <a:off x="7974874" y="4813663"/>
            <a:ext cx="1116875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P139#yIS1">
            <a:extLst>
              <a:ext uri="{FF2B5EF4-FFF2-40B4-BE49-F238E27FC236}">
                <a16:creationId xmlns:a16="http://schemas.microsoft.com/office/drawing/2014/main" id="{4E489520-CE2C-3DC4-8A4D-6046EDDC0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185862"/>
            <a:ext cx="5760720" cy="2771775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0066329A-DF02-71B6-B7C2-4980196868FB}"/>
              </a:ext>
            </a:extLst>
          </p:cNvPr>
          <p:cNvSpPr/>
          <p:nvPr/>
        </p:nvSpPr>
        <p:spPr>
          <a:xfrm>
            <a:off x="7974874" y="4813663"/>
            <a:ext cx="1116875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1311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P139#yIS2">
            <a:extLst>
              <a:ext uri="{FF2B5EF4-FFF2-40B4-BE49-F238E27FC236}">
                <a16:creationId xmlns:a16="http://schemas.microsoft.com/office/drawing/2014/main" id="{78790DD9-E6EF-B080-6649-D7E690F9D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175385"/>
            <a:ext cx="5760720" cy="2792730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43F3FCA2-B998-4C22-CD1E-68A69F5BBD99}"/>
              </a:ext>
            </a:extLst>
          </p:cNvPr>
          <p:cNvSpPr/>
          <p:nvPr/>
        </p:nvSpPr>
        <p:spPr>
          <a:xfrm>
            <a:off x="7974874" y="4813663"/>
            <a:ext cx="1116875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9591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P139#yIS3">
            <a:extLst>
              <a:ext uri="{FF2B5EF4-FFF2-40B4-BE49-F238E27FC236}">
                <a16:creationId xmlns:a16="http://schemas.microsoft.com/office/drawing/2014/main" id="{59F6B52A-3611-9141-98AB-2E7A40D1D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403985"/>
            <a:ext cx="5760720" cy="2335530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6E73EADD-858B-F2C8-79EC-D41FB08DA214}"/>
              </a:ext>
            </a:extLst>
          </p:cNvPr>
          <p:cNvSpPr/>
          <p:nvPr/>
        </p:nvSpPr>
        <p:spPr>
          <a:xfrm>
            <a:off x="7974874" y="4813663"/>
            <a:ext cx="1116875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3184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P139#yIS4">
            <a:extLst>
              <a:ext uri="{FF2B5EF4-FFF2-40B4-BE49-F238E27FC236}">
                <a16:creationId xmlns:a16="http://schemas.microsoft.com/office/drawing/2014/main" id="{661E0701-D5C6-6B30-B64C-80A065A91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163002"/>
            <a:ext cx="5760720" cy="2817495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1F34E5A4-2EDD-3000-3F61-B0B46AA24CA1}"/>
              </a:ext>
            </a:extLst>
          </p:cNvPr>
          <p:cNvSpPr/>
          <p:nvPr/>
        </p:nvSpPr>
        <p:spPr>
          <a:xfrm>
            <a:off x="7974874" y="4813663"/>
            <a:ext cx="1116875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2829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P139#yIS5">
            <a:extLst>
              <a:ext uri="{FF2B5EF4-FFF2-40B4-BE49-F238E27FC236}">
                <a16:creationId xmlns:a16="http://schemas.microsoft.com/office/drawing/2014/main" id="{F0EC328E-05A5-B3FD-930C-44D474209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516255"/>
            <a:ext cx="5760720" cy="4110990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11E3BF3A-4458-DB4B-564A-8FA5801628AA}"/>
              </a:ext>
            </a:extLst>
          </p:cNvPr>
          <p:cNvSpPr/>
          <p:nvPr/>
        </p:nvSpPr>
        <p:spPr>
          <a:xfrm>
            <a:off x="7974874" y="4813663"/>
            <a:ext cx="1116875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3426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P139#yIS6">
            <a:extLst>
              <a:ext uri="{FF2B5EF4-FFF2-40B4-BE49-F238E27FC236}">
                <a16:creationId xmlns:a16="http://schemas.microsoft.com/office/drawing/2014/main" id="{86C0C002-B56C-6BD8-7575-3DB702145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177607"/>
            <a:ext cx="5760720" cy="2788285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9C2B2ED6-17C7-D206-AFF4-4CA02373B6FD}"/>
              </a:ext>
            </a:extLst>
          </p:cNvPr>
          <p:cNvSpPr/>
          <p:nvPr/>
        </p:nvSpPr>
        <p:spPr>
          <a:xfrm>
            <a:off x="7974874" y="4813663"/>
            <a:ext cx="1116875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00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P139#yIS7">
            <a:extLst>
              <a:ext uri="{FF2B5EF4-FFF2-40B4-BE49-F238E27FC236}">
                <a16:creationId xmlns:a16="http://schemas.microsoft.com/office/drawing/2014/main" id="{EA1D7C4D-A213-7079-0B6A-4B63E6BBE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001712"/>
            <a:ext cx="5760720" cy="3140075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39FEE0B8-A680-2A94-B438-5CDBD8F97DC1}"/>
              </a:ext>
            </a:extLst>
          </p:cNvPr>
          <p:cNvSpPr/>
          <p:nvPr/>
        </p:nvSpPr>
        <p:spPr>
          <a:xfrm>
            <a:off x="7974874" y="4813663"/>
            <a:ext cx="1116875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2213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P139#yIS8">
            <a:extLst>
              <a:ext uri="{FF2B5EF4-FFF2-40B4-BE49-F238E27FC236}">
                <a16:creationId xmlns:a16="http://schemas.microsoft.com/office/drawing/2014/main" id="{C9489E7E-4030-3EBF-E479-4533BAC1C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223010"/>
            <a:ext cx="5760720" cy="2697480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16DC0DAE-9FDD-3849-1B1A-EE781D5D850C}"/>
              </a:ext>
            </a:extLst>
          </p:cNvPr>
          <p:cNvSpPr/>
          <p:nvPr/>
        </p:nvSpPr>
        <p:spPr>
          <a:xfrm>
            <a:off x="7974874" y="4813663"/>
            <a:ext cx="1116875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7005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3257B8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374</Words>
  <Application>Microsoft Office PowerPoint</Application>
  <PresentationFormat>Bildschirmpräsentation (16:9)</PresentationFormat>
  <Paragraphs>65</Paragraphs>
  <Slides>16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0" baseType="lpstr">
      <vt:lpstr>Roboto Slab</vt:lpstr>
      <vt:lpstr>Arial</vt:lpstr>
      <vt:lpstr>Roboto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Simon HUMER</cp:lastModifiedBy>
  <cp:revision>2</cp:revision>
  <dcterms:created xsi:type="dcterms:W3CDTF">2026-06-11T16:40:47Z</dcterms:created>
  <dcterms:modified xsi:type="dcterms:W3CDTF">2026-06-11T16:56:34Z</dcterms:modified>
</cp:coreProperties>
</file>