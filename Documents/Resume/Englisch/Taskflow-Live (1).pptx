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9"/>
    </p:embeddedFont>
    <p:embeddedFont>
      <p:font typeface="Roboto Slab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41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ribehow.com/embed-preview/Managing_Projects_and_Team_Tasks_in_the_Dashboard__AN8lZ-TmRpOOQ6DRlaVbhQ?as=slides&amp;size=flexible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175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Taskflow Live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731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progress report — installation, logs, milestones &amp; app overview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59447"/>
            <a:ext cx="689744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4010174" y="3001938"/>
            <a:ext cx="9768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 2026</a:t>
            </a:r>
            <a:endParaRPr lang="en-US" sz="85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63C7E1A-DAA0-D950-53F1-255BB181EE90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5459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Installation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882551"/>
            <a:ext cx="7947794" cy="3486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6707" y="3252717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in VS Code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06707" y="3744043"/>
            <a:ext cx="1201190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the frontend and backend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22603" y="3311863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the link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22603" y="3588114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the terminal address in the browser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0817" y="1195890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Clone the repo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0817" y="1472141"/>
            <a:ext cx="1201190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the GitHub repository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41419" y="1195890"/>
            <a:ext cx="1201191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41419" y="1472141"/>
            <a:ext cx="1201191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 scripts: ‘start’ and ‘dev’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066" y="447407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is cloned via GitHub. The frontend and backend are opened in Visual Studio Code and started using the NPM scripts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“start"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“dev"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link address shown in the terminal is opened in the browser.</a:t>
            </a:r>
            <a:endParaRPr lang="en-US" sz="9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22C7770-8256-87A7-498A-15BDE1E357F8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4247"/>
            <a:ext cx="46477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Protocol 1 — May 21, 2026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179835"/>
            <a:ext cx="2290465" cy="2215828"/>
          </a:xfrm>
          <a:prstGeom prst="roundRect">
            <a:avLst>
              <a:gd name="adj" fmla="val 96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085927" y="13406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was done?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1647155"/>
            <a:ext cx="196884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&amp; Register pages developed. Backend endpoints created, frontend design implemented according to mockups. Style, error handling &amp; bug fixes developed with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CLI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179835"/>
            <a:ext cx="2290539" cy="2215828"/>
          </a:xfrm>
          <a:prstGeom prst="roundRect">
            <a:avLst>
              <a:gd name="adj" fmla="val 96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518151" y="13406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Timeline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1647155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of 20/5/2026: </a:t>
            </a:r>
            <a:r>
              <a:rPr lang="en-US" sz="11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schedule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tasks due by 21/5/2026 were completed.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37421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4085927" y="36982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4004742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with dummy data, profile/settings page, team management, and i18n language translation.</a:t>
            </a:r>
            <a:endParaRPr lang="en-US" sz="11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74A7619-2137-D104-2EC5-EBB643C729B8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4534"/>
            <a:ext cx="46767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Protocol 2 — 27 May 2026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518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15095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3 tasks as a list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priority as a pie chart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overview statistics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progress as a line chart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1279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Settings 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7600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Show, edit &amp; delete user info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644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Language Switching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00779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EN/DE button in the taskbar — language is saved &amp; loaded on the next login.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3518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&amp;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1715095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Endpoints for charts, statistics &amp; user settings created. DB seeder expanded for more tasks.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AI: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CLI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direct filesystem access made the work easier. Bug fixes &amp; design updates implemented through targeted prompts.</a:t>
            </a:r>
            <a:endParaRPr lang="en-US" sz="11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63AA060-D890-EEA5-6D29-EE49D92305A2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03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Schedule Status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6848"/>
            <a:ext cx="8151763" cy="1870025"/>
          </a:xfrm>
          <a:prstGeom prst="roundRect">
            <a:avLst>
              <a:gd name="adj" fmla="val 11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96119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37877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Week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&amp; Auth — implemented without issues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213348" y="1806848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355107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Week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management was overlooked → moved to Week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930578" y="1806848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072336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Week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&amp; Drop moved to Week 5; will be replaced with buttons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2855268"/>
            <a:ext cx="4075807" cy="82160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96119" y="2855268"/>
            <a:ext cx="4075807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37877" y="299702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Week 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877" y="3308300"/>
            <a:ext cx="3792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without issues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1926" y="2855268"/>
            <a:ext cx="4075881" cy="82160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1926" y="2855268"/>
            <a:ext cx="19050" cy="821606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571926" y="285526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713684" y="299702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Week 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13684" y="3308300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 error — only 4 weeks available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119" y="3836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087F2AD-2078-933A-78B8-57331ECD032F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349" y="461814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Features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061" y="1050875"/>
            <a:ext cx="4814590" cy="767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74170" y="119583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Avatar Update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074170" y="1472208"/>
            <a:ext cx="44675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avatar in the lower-left area of the website is not updating.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061" y="1938486"/>
            <a:ext cx="4814590" cy="9679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74170" y="208344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Filter, Sort &amp; Search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074170" y="2359819"/>
            <a:ext cx="446752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Buttons/bars for filtering, sorting, and search are missing in the Project and Task views.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061" y="3026941"/>
            <a:ext cx="4814590" cy="7671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74170" y="317189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Drag &amp; Drop 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074170" y="3448273"/>
            <a:ext cx="44675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&amp; drop functionality for tasks is missing — it will be replaced by buttons.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061" y="3914552"/>
            <a:ext cx="4814590" cy="7671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74170" y="4059510"/>
            <a:ext cx="168488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View Progress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074170" y="4335884"/>
            <a:ext cx="44675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progress bar in the Project View is static.</a:t>
            </a:r>
            <a:endParaRPr lang="en-US" sz="10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D9424A2-A825-B9F1-B968-DFE0C0F22C65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3285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Using the App — Scribe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19700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24339" y="2577926"/>
            <a:ext cx="2628230" cy="1006376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2792983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2740893"/>
            <a:ext cx="20257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📎 </a:t>
            </a: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to the instructions: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Managing Projects and Team Tasks in the Dashboard</a:t>
            </a:r>
            <a:endParaRPr lang="en-US" sz="11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C8D68B9-74B7-3563-73A2-97CB1F07771A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Screenshots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12E4AEB-17F6-B223-5A75-ED835342AD64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1">
            <a:extLst>
              <a:ext uri="{FF2B5EF4-FFF2-40B4-BE49-F238E27FC236}">
                <a16:creationId xmlns:a16="http://schemas.microsoft.com/office/drawing/2014/main" id="{353E13E3-C11D-1500-E3D2-C1588B3A8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85862"/>
            <a:ext cx="5760720" cy="277177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5282574-82BD-12B2-1B31-09649C110318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75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2">
            <a:extLst>
              <a:ext uri="{FF2B5EF4-FFF2-40B4-BE49-F238E27FC236}">
                <a16:creationId xmlns:a16="http://schemas.microsoft.com/office/drawing/2014/main" id="{B43913BE-3AE3-4CAC-6103-4F1476980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75385"/>
            <a:ext cx="5760720" cy="279273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BBD20EE-6F84-723A-720B-B2C809A41AF3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51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3">
            <a:extLst>
              <a:ext uri="{FF2B5EF4-FFF2-40B4-BE49-F238E27FC236}">
                <a16:creationId xmlns:a16="http://schemas.microsoft.com/office/drawing/2014/main" id="{F65FAA24-B3BB-3B88-E77A-4B1EB591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03985"/>
            <a:ext cx="5760720" cy="233553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86B2BBE-B92C-5B04-1808-0782135995AD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27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4">
            <a:extLst>
              <a:ext uri="{FF2B5EF4-FFF2-40B4-BE49-F238E27FC236}">
                <a16:creationId xmlns:a16="http://schemas.microsoft.com/office/drawing/2014/main" id="{4CEAE6A5-0430-8373-7E67-F1F0BBD5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63002"/>
            <a:ext cx="5760720" cy="281749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ACEA5DB3-9B58-8DCE-4288-C94DD5055948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38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5">
            <a:extLst>
              <a:ext uri="{FF2B5EF4-FFF2-40B4-BE49-F238E27FC236}">
                <a16:creationId xmlns:a16="http://schemas.microsoft.com/office/drawing/2014/main" id="{81CA2256-9CC7-CF00-5B59-0CAD0099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16255"/>
            <a:ext cx="5760720" cy="411099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2419FA3-07DD-7DC0-4C3F-AB172DE7D0B6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360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6">
            <a:extLst>
              <a:ext uri="{FF2B5EF4-FFF2-40B4-BE49-F238E27FC236}">
                <a16:creationId xmlns:a16="http://schemas.microsoft.com/office/drawing/2014/main" id="{9956E0A7-4C89-D302-63E1-F5863DE8E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77607"/>
            <a:ext cx="5760720" cy="278828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90296AF-D9BA-5675-F87F-77E8619CB381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92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7">
            <a:extLst>
              <a:ext uri="{FF2B5EF4-FFF2-40B4-BE49-F238E27FC236}">
                <a16:creationId xmlns:a16="http://schemas.microsoft.com/office/drawing/2014/main" id="{A433043C-D187-8C35-2100-E25BDBAD9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01712"/>
            <a:ext cx="5760720" cy="314007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5ECBE52-4E5C-9C10-D24D-F1A412C6EC31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0195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8">
            <a:extLst>
              <a:ext uri="{FF2B5EF4-FFF2-40B4-BE49-F238E27FC236}">
                <a16:creationId xmlns:a16="http://schemas.microsoft.com/office/drawing/2014/main" id="{020DEA1F-59D8-492F-1B71-D7448E1E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23010"/>
            <a:ext cx="5760720" cy="269748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251F35D-15F7-3B20-BAEC-769E6AADCC95}"/>
              </a:ext>
            </a:extLst>
          </p:cNvPr>
          <p:cNvSpPr/>
          <p:nvPr/>
        </p:nvSpPr>
        <p:spPr>
          <a:xfrm>
            <a:off x="7974874" y="4800600"/>
            <a:ext cx="11302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596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Bildschirmpräsentation (16:9)</PresentationFormat>
  <Paragraphs>65</Paragraphs>
  <Slides>16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Roboto Slab</vt:lpstr>
      <vt:lpstr>Arial</vt:lpstr>
      <vt:lpstr>Roboto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Simon HUMER</cp:lastModifiedBy>
  <cp:revision>2</cp:revision>
  <dcterms:created xsi:type="dcterms:W3CDTF">2026-06-11T16:42:27Z</dcterms:created>
  <dcterms:modified xsi:type="dcterms:W3CDTF">2026-06-11T16:58:46Z</dcterms:modified>
</cp:coreProperties>
</file>